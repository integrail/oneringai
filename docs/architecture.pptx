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0818D3-C621-BDD5-2ED3-80EB1E31B168}" name="Anton Antic" initials="AA" userId="S::anton@everworker.ai::270d54df-6779-4878-8993-5db7a30ae9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9"/>
    <p:restoredTop sz="94639"/>
  </p:normalViewPr>
  <p:slideViewPr>
    <p:cSldViewPr snapToGrid="0">
      <p:cViewPr varScale="1">
        <p:scale>
          <a:sx n="121" d="100"/>
          <a:sy n="121" d="100"/>
        </p:scale>
        <p:origin x="14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0CC7BB-FE87-9141-B5CC-4E040F7113A9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21EE77-5DA8-114F-AB2F-3B39530908C0}">
      <dgm:prSet phldrT="[Text]"/>
      <dgm:spPr/>
      <dgm:t>
        <a:bodyPr/>
        <a:lstStyle/>
        <a:p>
          <a:r>
            <a:rPr lang="en-US" dirty="0"/>
            <a:t>Idempotency Cache</a:t>
          </a:r>
        </a:p>
      </dgm:t>
    </dgm:pt>
    <dgm:pt modelId="{E66956CB-7F16-AC4F-BCE9-601150719DF0}" type="parTrans" cxnId="{914FF99E-E235-DF4B-B88A-CE5114A56650}">
      <dgm:prSet/>
      <dgm:spPr/>
      <dgm:t>
        <a:bodyPr/>
        <a:lstStyle/>
        <a:p>
          <a:endParaRPr lang="en-US"/>
        </a:p>
      </dgm:t>
    </dgm:pt>
    <dgm:pt modelId="{4608D4EB-8EBB-B345-A3E6-EE80674AFAFE}" type="sibTrans" cxnId="{914FF99E-E235-DF4B-B88A-CE5114A56650}">
      <dgm:prSet/>
      <dgm:spPr/>
      <dgm:t>
        <a:bodyPr/>
        <a:lstStyle/>
        <a:p>
          <a:endParaRPr lang="en-US"/>
        </a:p>
      </dgm:t>
    </dgm:pt>
    <dgm:pt modelId="{BA0E7E1A-B225-B147-8B97-ABE7DE78A043}">
      <dgm:prSet phldrT="[Text]"/>
      <dgm:spPr/>
      <dgm:t>
        <a:bodyPr/>
        <a:lstStyle/>
        <a:p>
          <a:r>
            <a:rPr lang="en-US" dirty="0"/>
            <a:t>Large tool call results</a:t>
          </a:r>
        </a:p>
      </dgm:t>
    </dgm:pt>
    <dgm:pt modelId="{FE10FD45-372A-CF46-BE5F-A044D7CB555A}" type="parTrans" cxnId="{B45E4040-3E40-604C-BEAD-3B5016AA3B81}">
      <dgm:prSet/>
      <dgm:spPr/>
      <dgm:t>
        <a:bodyPr/>
        <a:lstStyle/>
        <a:p>
          <a:endParaRPr lang="en-US"/>
        </a:p>
      </dgm:t>
    </dgm:pt>
    <dgm:pt modelId="{7C4A017A-D279-5A4C-A8A4-414F56C9B05E}" type="sibTrans" cxnId="{B45E4040-3E40-604C-BEAD-3B5016AA3B81}">
      <dgm:prSet/>
      <dgm:spPr/>
      <dgm:t>
        <a:bodyPr/>
        <a:lstStyle/>
        <a:p>
          <a:endParaRPr lang="en-US"/>
        </a:p>
      </dgm:t>
    </dgm:pt>
    <dgm:pt modelId="{B495B33D-5CD8-424C-AB9B-1829ED2B7604}">
      <dgm:prSet phldrT="[Text]"/>
      <dgm:spPr/>
      <dgm:t>
        <a:bodyPr/>
        <a:lstStyle/>
        <a:p>
          <a:r>
            <a:rPr lang="en-US" dirty="0"/>
            <a:t>KVP index in context</a:t>
          </a:r>
        </a:p>
      </dgm:t>
    </dgm:pt>
    <dgm:pt modelId="{04A995CE-79CA-3E48-ACC1-F8B4A696BACD}" type="parTrans" cxnId="{AD9580E2-F26E-3E40-B578-C6974D923CAE}">
      <dgm:prSet/>
      <dgm:spPr/>
      <dgm:t>
        <a:bodyPr/>
        <a:lstStyle/>
        <a:p>
          <a:endParaRPr lang="en-US"/>
        </a:p>
      </dgm:t>
    </dgm:pt>
    <dgm:pt modelId="{AF8F6F5F-30FE-044D-AB66-7D67034C81D8}" type="sibTrans" cxnId="{AD9580E2-F26E-3E40-B578-C6974D923CAE}">
      <dgm:prSet/>
      <dgm:spPr/>
      <dgm:t>
        <a:bodyPr/>
        <a:lstStyle/>
        <a:p>
          <a:endParaRPr lang="en-US"/>
        </a:p>
      </dgm:t>
    </dgm:pt>
    <dgm:pt modelId="{1AA175D0-E93B-AE4E-8C2E-F02B8035A3C3}">
      <dgm:prSet phldrT="[Text]"/>
      <dgm:spPr/>
      <dgm:t>
        <a:bodyPr/>
        <a:lstStyle/>
        <a:p>
          <a:r>
            <a:rPr lang="en-US" dirty="0"/>
            <a:t>Out-of-Context Memory</a:t>
          </a:r>
        </a:p>
      </dgm:t>
    </dgm:pt>
    <dgm:pt modelId="{93BD9126-E377-C94A-82F3-3301D50BA950}" type="parTrans" cxnId="{9DD4FFC0-6047-D34E-8EDA-4BE29F53E66A}">
      <dgm:prSet/>
      <dgm:spPr/>
      <dgm:t>
        <a:bodyPr/>
        <a:lstStyle/>
        <a:p>
          <a:endParaRPr lang="en-US"/>
        </a:p>
      </dgm:t>
    </dgm:pt>
    <dgm:pt modelId="{340EBF17-22D3-274D-BA2A-F91EA0D3B1A6}" type="sibTrans" cxnId="{9DD4FFC0-6047-D34E-8EDA-4BE29F53E66A}">
      <dgm:prSet/>
      <dgm:spPr/>
      <dgm:t>
        <a:bodyPr/>
        <a:lstStyle/>
        <a:p>
          <a:endParaRPr lang="en-US"/>
        </a:p>
      </dgm:t>
    </dgm:pt>
    <dgm:pt modelId="{6CCC15E2-B73C-014A-9219-0D7D0CCAC54D}">
      <dgm:prSet phldrT="[Text]"/>
      <dgm:spPr/>
      <dgm:t>
        <a:bodyPr/>
        <a:lstStyle/>
        <a:p>
          <a:r>
            <a:rPr lang="en-US" dirty="0"/>
            <a:t>KVP index in context</a:t>
          </a:r>
        </a:p>
      </dgm:t>
    </dgm:pt>
    <dgm:pt modelId="{850B2DCC-CD03-0A45-B57E-D3C23370AC89}" type="parTrans" cxnId="{9375D776-6723-E841-8A01-A977C78FCD06}">
      <dgm:prSet/>
      <dgm:spPr/>
      <dgm:t>
        <a:bodyPr/>
        <a:lstStyle/>
        <a:p>
          <a:endParaRPr lang="en-US"/>
        </a:p>
      </dgm:t>
    </dgm:pt>
    <dgm:pt modelId="{9D7D6402-4E88-124C-A3CA-022628775957}" type="sibTrans" cxnId="{9375D776-6723-E841-8A01-A977C78FCD06}">
      <dgm:prSet/>
      <dgm:spPr/>
      <dgm:t>
        <a:bodyPr/>
        <a:lstStyle/>
        <a:p>
          <a:endParaRPr lang="en-US"/>
        </a:p>
      </dgm:t>
    </dgm:pt>
    <dgm:pt modelId="{CC61663B-7C09-6441-BE6C-9951C7D6AEC2}">
      <dgm:prSet phldrT="[Text]"/>
      <dgm:spPr/>
      <dgm:t>
        <a:bodyPr/>
        <a:lstStyle/>
        <a:p>
          <a:r>
            <a:rPr lang="en-US" dirty="0"/>
            <a:t>Tools for agent to manipulate</a:t>
          </a:r>
        </a:p>
      </dgm:t>
    </dgm:pt>
    <dgm:pt modelId="{2E64B50E-3F95-0147-9E04-891327AD52A3}" type="parTrans" cxnId="{55635AD8-D136-B54E-B33A-A8E177DD1F03}">
      <dgm:prSet/>
      <dgm:spPr/>
      <dgm:t>
        <a:bodyPr/>
        <a:lstStyle/>
        <a:p>
          <a:endParaRPr lang="en-US"/>
        </a:p>
      </dgm:t>
    </dgm:pt>
    <dgm:pt modelId="{DDBAB563-F102-6344-A934-2B1174C147C3}" type="sibTrans" cxnId="{55635AD8-D136-B54E-B33A-A8E177DD1F03}">
      <dgm:prSet/>
      <dgm:spPr/>
      <dgm:t>
        <a:bodyPr/>
        <a:lstStyle/>
        <a:p>
          <a:endParaRPr lang="en-US"/>
        </a:p>
      </dgm:t>
    </dgm:pt>
    <dgm:pt modelId="{851D751E-B7DD-9748-9D93-1781ECA359E8}">
      <dgm:prSet phldrT="[Text]"/>
      <dgm:spPr/>
      <dgm:t>
        <a:bodyPr/>
        <a:lstStyle/>
        <a:p>
          <a:r>
            <a:rPr lang="en-US" dirty="0"/>
            <a:t>In-context memory</a:t>
          </a:r>
        </a:p>
      </dgm:t>
    </dgm:pt>
    <dgm:pt modelId="{F6914AC0-BB7D-344A-A16C-AC0F0029AFBA}" type="parTrans" cxnId="{92D65E03-8784-3848-B4B9-E8830F26A0B9}">
      <dgm:prSet/>
      <dgm:spPr/>
      <dgm:t>
        <a:bodyPr/>
        <a:lstStyle/>
        <a:p>
          <a:endParaRPr lang="en-US"/>
        </a:p>
      </dgm:t>
    </dgm:pt>
    <dgm:pt modelId="{D1AAB9FD-1F0A-9442-8482-FA49723CB25A}" type="sibTrans" cxnId="{92D65E03-8784-3848-B4B9-E8830F26A0B9}">
      <dgm:prSet/>
      <dgm:spPr/>
      <dgm:t>
        <a:bodyPr/>
        <a:lstStyle/>
        <a:p>
          <a:endParaRPr lang="en-US"/>
        </a:p>
      </dgm:t>
    </dgm:pt>
    <dgm:pt modelId="{91C7303A-5F82-7646-B95A-AFCECA5261F8}">
      <dgm:prSet phldrT="[Text]"/>
      <dgm:spPr/>
      <dgm:t>
        <a:bodyPr/>
        <a:lstStyle/>
        <a:p>
          <a:r>
            <a:rPr lang="en-US" dirty="0"/>
            <a:t>KVP with actual info</a:t>
          </a:r>
        </a:p>
      </dgm:t>
    </dgm:pt>
    <dgm:pt modelId="{D1439C1A-C6A0-5548-BA7E-220E350FD716}" type="parTrans" cxnId="{1B55BC38-0807-E441-80F9-3B07F115CF66}">
      <dgm:prSet/>
      <dgm:spPr/>
      <dgm:t>
        <a:bodyPr/>
        <a:lstStyle/>
        <a:p>
          <a:endParaRPr lang="en-US"/>
        </a:p>
      </dgm:t>
    </dgm:pt>
    <dgm:pt modelId="{2E18DA78-837D-E540-9682-83235505B57B}" type="sibTrans" cxnId="{1B55BC38-0807-E441-80F9-3B07F115CF66}">
      <dgm:prSet/>
      <dgm:spPr/>
      <dgm:t>
        <a:bodyPr/>
        <a:lstStyle/>
        <a:p>
          <a:endParaRPr lang="en-US"/>
        </a:p>
      </dgm:t>
    </dgm:pt>
    <dgm:pt modelId="{79E497FB-CC26-D049-B397-08D0C257A5AE}">
      <dgm:prSet phldrT="[Text]"/>
      <dgm:spPr/>
      <dgm:t>
        <a:bodyPr/>
        <a:lstStyle/>
        <a:p>
          <a:r>
            <a:rPr lang="en-US" dirty="0"/>
            <a:t>Tools to manipulate</a:t>
          </a:r>
        </a:p>
      </dgm:t>
    </dgm:pt>
    <dgm:pt modelId="{971AA3ED-740A-B44B-9ADC-51F00672353C}" type="parTrans" cxnId="{34B73FB4-CA21-2F49-86BE-7D3716D08FD2}">
      <dgm:prSet/>
      <dgm:spPr/>
      <dgm:t>
        <a:bodyPr/>
        <a:lstStyle/>
        <a:p>
          <a:endParaRPr lang="en-US"/>
        </a:p>
      </dgm:t>
    </dgm:pt>
    <dgm:pt modelId="{42E48A02-6182-9D47-809B-C13DC66494B9}" type="sibTrans" cxnId="{34B73FB4-CA21-2F49-86BE-7D3716D08FD2}">
      <dgm:prSet/>
      <dgm:spPr/>
      <dgm:t>
        <a:bodyPr/>
        <a:lstStyle/>
        <a:p>
          <a:endParaRPr lang="en-US"/>
        </a:p>
      </dgm:t>
    </dgm:pt>
    <dgm:pt modelId="{00D75140-8E3D-7B41-895B-995CEFA50BE4}">
      <dgm:prSet phldrT="[Text]"/>
      <dgm:spPr/>
      <dgm:t>
        <a:bodyPr/>
        <a:lstStyle/>
        <a:p>
          <a:r>
            <a:rPr lang="en-US" dirty="0"/>
            <a:t>Automatic</a:t>
          </a:r>
        </a:p>
      </dgm:t>
    </dgm:pt>
    <dgm:pt modelId="{9F754B52-1608-D642-9ACC-DA168E995F72}" type="parTrans" cxnId="{78BDA070-79D5-944E-9F95-5A21C04A6F64}">
      <dgm:prSet/>
      <dgm:spPr/>
      <dgm:t>
        <a:bodyPr/>
        <a:lstStyle/>
        <a:p>
          <a:endParaRPr lang="en-US"/>
        </a:p>
      </dgm:t>
    </dgm:pt>
    <dgm:pt modelId="{B75CBC1F-C8ED-CF48-A9C5-2BF0E883FC6B}" type="sibTrans" cxnId="{78BDA070-79D5-944E-9F95-5A21C04A6F64}">
      <dgm:prSet/>
      <dgm:spPr/>
      <dgm:t>
        <a:bodyPr/>
        <a:lstStyle/>
        <a:p>
          <a:endParaRPr lang="en-US"/>
        </a:p>
      </dgm:t>
    </dgm:pt>
    <dgm:pt modelId="{F7D5CD8B-00DC-884A-BD2F-ABC8AF42EA62}">
      <dgm:prSet phldrT="[Text]"/>
      <dgm:spPr/>
      <dgm:t>
        <a:bodyPr/>
        <a:lstStyle/>
        <a:p>
          <a:r>
            <a:rPr lang="en-US" dirty="0"/>
            <a:t>Actual info out of context</a:t>
          </a:r>
        </a:p>
      </dgm:t>
    </dgm:pt>
    <dgm:pt modelId="{BCBB128D-FA76-0F4E-8869-FC7F056890DB}" type="parTrans" cxnId="{3004071C-E1C1-2241-B817-E1AC582CC0D5}">
      <dgm:prSet/>
      <dgm:spPr/>
      <dgm:t>
        <a:bodyPr/>
        <a:lstStyle/>
        <a:p>
          <a:endParaRPr lang="en-US"/>
        </a:p>
      </dgm:t>
    </dgm:pt>
    <dgm:pt modelId="{8B4BF5AA-DBE8-1D4E-BEFC-E90071E7410E}" type="sibTrans" cxnId="{3004071C-E1C1-2241-B817-E1AC582CC0D5}">
      <dgm:prSet/>
      <dgm:spPr/>
      <dgm:t>
        <a:bodyPr/>
        <a:lstStyle/>
        <a:p>
          <a:endParaRPr lang="en-US"/>
        </a:p>
      </dgm:t>
    </dgm:pt>
    <dgm:pt modelId="{D96B23FA-3AD1-1149-9BB2-AA5B29F0B57A}">
      <dgm:prSet phldrT="[Text]"/>
      <dgm:spPr/>
      <dgm:t>
        <a:bodyPr/>
        <a:lstStyle/>
        <a:p>
          <a:r>
            <a:rPr lang="en-US" dirty="0"/>
            <a:t>Persistent Instructions</a:t>
          </a:r>
        </a:p>
      </dgm:t>
    </dgm:pt>
    <dgm:pt modelId="{D1B935FB-624A-F34B-9A96-A8A11717BFF9}" type="parTrans" cxnId="{534EC083-E5D0-764B-8AA9-756470E43D52}">
      <dgm:prSet/>
      <dgm:spPr/>
      <dgm:t>
        <a:bodyPr/>
        <a:lstStyle/>
        <a:p>
          <a:endParaRPr lang="en-US"/>
        </a:p>
      </dgm:t>
    </dgm:pt>
    <dgm:pt modelId="{0DABE274-2F2C-9442-BE6C-52CAD99494C1}" type="sibTrans" cxnId="{534EC083-E5D0-764B-8AA9-756470E43D52}">
      <dgm:prSet/>
      <dgm:spPr/>
      <dgm:t>
        <a:bodyPr/>
        <a:lstStyle/>
        <a:p>
          <a:endParaRPr lang="en-US"/>
        </a:p>
      </dgm:t>
    </dgm:pt>
    <dgm:pt modelId="{21193A32-96E3-4943-AA19-986FF9226D21}">
      <dgm:prSet phldrT="[Text]"/>
      <dgm:spPr/>
      <dgm:t>
        <a:bodyPr/>
        <a:lstStyle/>
        <a:p>
          <a:r>
            <a:rPr lang="en-US" dirty="0"/>
            <a:t>Stored between sessions</a:t>
          </a:r>
        </a:p>
      </dgm:t>
    </dgm:pt>
    <dgm:pt modelId="{22EEA4F3-8942-1742-8138-527242C4979A}" type="parTrans" cxnId="{4FD14B85-EB86-0840-827E-00F54D29E47F}">
      <dgm:prSet/>
      <dgm:spPr/>
      <dgm:t>
        <a:bodyPr/>
        <a:lstStyle/>
        <a:p>
          <a:endParaRPr lang="en-US"/>
        </a:p>
      </dgm:t>
    </dgm:pt>
    <dgm:pt modelId="{540DA062-5DBB-0444-A079-B9BA6F37E4D9}" type="sibTrans" cxnId="{4FD14B85-EB86-0840-827E-00F54D29E47F}">
      <dgm:prSet/>
      <dgm:spPr/>
      <dgm:t>
        <a:bodyPr/>
        <a:lstStyle/>
        <a:p>
          <a:endParaRPr lang="en-US"/>
        </a:p>
      </dgm:t>
    </dgm:pt>
    <dgm:pt modelId="{D932B291-B991-D842-BA78-9EF520B9FC46}">
      <dgm:prSet phldrT="[Text]"/>
      <dgm:spPr/>
      <dgm:t>
        <a:bodyPr/>
        <a:lstStyle/>
        <a:p>
          <a:r>
            <a:rPr lang="en-US" dirty="0"/>
            <a:t>Tools to manipulate</a:t>
          </a:r>
        </a:p>
      </dgm:t>
    </dgm:pt>
    <dgm:pt modelId="{5616ADED-DDEE-5E47-81CC-C3679E3F46F3}" type="parTrans" cxnId="{BECC1BED-6B9E-E64D-9281-3E5DDFE98EA5}">
      <dgm:prSet/>
      <dgm:spPr/>
      <dgm:t>
        <a:bodyPr/>
        <a:lstStyle/>
        <a:p>
          <a:endParaRPr lang="en-US"/>
        </a:p>
      </dgm:t>
    </dgm:pt>
    <dgm:pt modelId="{5EC5F5E4-DE41-6646-A736-D174ED3CE1C2}" type="sibTrans" cxnId="{BECC1BED-6B9E-E64D-9281-3E5DDFE98EA5}">
      <dgm:prSet/>
      <dgm:spPr/>
      <dgm:t>
        <a:bodyPr/>
        <a:lstStyle/>
        <a:p>
          <a:endParaRPr lang="en-US"/>
        </a:p>
      </dgm:t>
    </dgm:pt>
    <dgm:pt modelId="{C2BBF70C-6902-7F4A-86D9-621E6E2F5A5E}">
      <dgm:prSet phldrT="[Text]"/>
      <dgm:spPr/>
      <dgm:t>
        <a:bodyPr/>
        <a:lstStyle/>
        <a:p>
          <a:r>
            <a:rPr lang="en-US" dirty="0"/>
            <a:t>Self learning!</a:t>
          </a:r>
        </a:p>
      </dgm:t>
    </dgm:pt>
    <dgm:pt modelId="{1B0D52A1-0C68-5343-988A-FE0BDE4A0793}" type="parTrans" cxnId="{05085385-95B1-C74A-BC9C-59DE3C9E886A}">
      <dgm:prSet/>
      <dgm:spPr/>
      <dgm:t>
        <a:bodyPr/>
        <a:lstStyle/>
        <a:p>
          <a:endParaRPr lang="en-US"/>
        </a:p>
      </dgm:t>
    </dgm:pt>
    <dgm:pt modelId="{6A2A6E58-AA17-4741-8575-5031619E8E8B}" type="sibTrans" cxnId="{05085385-95B1-C74A-BC9C-59DE3C9E886A}">
      <dgm:prSet/>
      <dgm:spPr/>
      <dgm:t>
        <a:bodyPr/>
        <a:lstStyle/>
        <a:p>
          <a:endParaRPr lang="en-US"/>
        </a:p>
      </dgm:t>
    </dgm:pt>
    <dgm:pt modelId="{73D23000-E4FD-9F43-910E-14CE9EB7A8AD}" type="pres">
      <dgm:prSet presAssocID="{5D0CC7BB-FE87-9141-B5CC-4E040F7113A9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AACBF14-3FF9-6C47-9EFF-C80D70D25E14}" type="pres">
      <dgm:prSet presAssocID="{6621EE77-5DA8-114F-AB2F-3B39530908C0}" presName="horFlow" presStyleCnt="0"/>
      <dgm:spPr/>
    </dgm:pt>
    <dgm:pt modelId="{CE8FD776-B46B-E944-8E39-EE82252DBDA0}" type="pres">
      <dgm:prSet presAssocID="{6621EE77-5DA8-114F-AB2F-3B39530908C0}" presName="bigChev" presStyleLbl="node1" presStyleIdx="0" presStyleCnt="4"/>
      <dgm:spPr/>
    </dgm:pt>
    <dgm:pt modelId="{069AE22D-C863-6842-A6A5-79F30B0184B7}" type="pres">
      <dgm:prSet presAssocID="{FE10FD45-372A-CF46-BE5F-A044D7CB555A}" presName="parTrans" presStyleCnt="0"/>
      <dgm:spPr/>
    </dgm:pt>
    <dgm:pt modelId="{94F5B3DA-FE43-8D41-96F5-1E7F30B059CE}" type="pres">
      <dgm:prSet presAssocID="{BA0E7E1A-B225-B147-8B97-ABE7DE78A043}" presName="node" presStyleLbl="alignAccFollowNode1" presStyleIdx="0" presStyleCnt="11">
        <dgm:presLayoutVars>
          <dgm:bulletEnabled val="1"/>
        </dgm:presLayoutVars>
      </dgm:prSet>
      <dgm:spPr/>
    </dgm:pt>
    <dgm:pt modelId="{FD0F772D-0A91-5A42-8D05-C817D48A3DCD}" type="pres">
      <dgm:prSet presAssocID="{7C4A017A-D279-5A4C-A8A4-414F56C9B05E}" presName="sibTrans" presStyleCnt="0"/>
      <dgm:spPr/>
    </dgm:pt>
    <dgm:pt modelId="{3B3AD252-7C54-B64C-8D55-E2E7ED31E441}" type="pres">
      <dgm:prSet presAssocID="{B495B33D-5CD8-424C-AB9B-1829ED2B7604}" presName="node" presStyleLbl="alignAccFollowNode1" presStyleIdx="1" presStyleCnt="11">
        <dgm:presLayoutVars>
          <dgm:bulletEnabled val="1"/>
        </dgm:presLayoutVars>
      </dgm:prSet>
      <dgm:spPr/>
    </dgm:pt>
    <dgm:pt modelId="{D2BF3B1C-F0BB-F04E-94D6-E55045D90608}" type="pres">
      <dgm:prSet presAssocID="{AF8F6F5F-30FE-044D-AB66-7D67034C81D8}" presName="sibTrans" presStyleCnt="0"/>
      <dgm:spPr/>
    </dgm:pt>
    <dgm:pt modelId="{0A9EDAC0-172E-5949-ACB0-71BCB0562225}" type="pres">
      <dgm:prSet presAssocID="{00D75140-8E3D-7B41-895B-995CEFA50BE4}" presName="node" presStyleLbl="alignAccFollowNode1" presStyleIdx="2" presStyleCnt="11">
        <dgm:presLayoutVars>
          <dgm:bulletEnabled val="1"/>
        </dgm:presLayoutVars>
      </dgm:prSet>
      <dgm:spPr/>
    </dgm:pt>
    <dgm:pt modelId="{8355FCA0-34EC-1F47-9217-6CCD1C0867E1}" type="pres">
      <dgm:prSet presAssocID="{6621EE77-5DA8-114F-AB2F-3B39530908C0}" presName="vSp" presStyleCnt="0"/>
      <dgm:spPr/>
    </dgm:pt>
    <dgm:pt modelId="{C6AE508D-64DB-EE4A-9544-74F8FBA16B0D}" type="pres">
      <dgm:prSet presAssocID="{1AA175D0-E93B-AE4E-8C2E-F02B8035A3C3}" presName="horFlow" presStyleCnt="0"/>
      <dgm:spPr/>
    </dgm:pt>
    <dgm:pt modelId="{C20BA910-EC9C-9244-BCB9-D70626B3CD7A}" type="pres">
      <dgm:prSet presAssocID="{1AA175D0-E93B-AE4E-8C2E-F02B8035A3C3}" presName="bigChev" presStyleLbl="node1" presStyleIdx="1" presStyleCnt="4"/>
      <dgm:spPr/>
    </dgm:pt>
    <dgm:pt modelId="{A422EF30-2984-564C-A238-51CB839A5C04}" type="pres">
      <dgm:prSet presAssocID="{850B2DCC-CD03-0A45-B57E-D3C23370AC89}" presName="parTrans" presStyleCnt="0"/>
      <dgm:spPr/>
    </dgm:pt>
    <dgm:pt modelId="{FE609B32-6639-5E44-AB0B-D419D47D7510}" type="pres">
      <dgm:prSet presAssocID="{6CCC15E2-B73C-014A-9219-0D7D0CCAC54D}" presName="node" presStyleLbl="alignAccFollowNode1" presStyleIdx="3" presStyleCnt="11">
        <dgm:presLayoutVars>
          <dgm:bulletEnabled val="1"/>
        </dgm:presLayoutVars>
      </dgm:prSet>
      <dgm:spPr/>
    </dgm:pt>
    <dgm:pt modelId="{5DB012F5-0318-344E-B08A-94B0051B6113}" type="pres">
      <dgm:prSet presAssocID="{9D7D6402-4E88-124C-A3CA-022628775957}" presName="sibTrans" presStyleCnt="0"/>
      <dgm:spPr/>
    </dgm:pt>
    <dgm:pt modelId="{51E9B481-DC71-0944-916A-0DB8FD6097D5}" type="pres">
      <dgm:prSet presAssocID="{CC61663B-7C09-6441-BE6C-9951C7D6AEC2}" presName="node" presStyleLbl="alignAccFollowNode1" presStyleIdx="4" presStyleCnt="11">
        <dgm:presLayoutVars>
          <dgm:bulletEnabled val="1"/>
        </dgm:presLayoutVars>
      </dgm:prSet>
      <dgm:spPr/>
    </dgm:pt>
    <dgm:pt modelId="{EF692A12-6A24-664C-9BD1-4C4C9B1ECEE9}" type="pres">
      <dgm:prSet presAssocID="{DDBAB563-F102-6344-A934-2B1174C147C3}" presName="sibTrans" presStyleCnt="0"/>
      <dgm:spPr/>
    </dgm:pt>
    <dgm:pt modelId="{5E00FFF8-667D-294B-B38C-C263B30F9315}" type="pres">
      <dgm:prSet presAssocID="{F7D5CD8B-00DC-884A-BD2F-ABC8AF42EA62}" presName="node" presStyleLbl="alignAccFollowNode1" presStyleIdx="5" presStyleCnt="11">
        <dgm:presLayoutVars>
          <dgm:bulletEnabled val="1"/>
        </dgm:presLayoutVars>
      </dgm:prSet>
      <dgm:spPr/>
    </dgm:pt>
    <dgm:pt modelId="{C66F04D3-1369-D346-8177-B7244EB97093}" type="pres">
      <dgm:prSet presAssocID="{1AA175D0-E93B-AE4E-8C2E-F02B8035A3C3}" presName="vSp" presStyleCnt="0"/>
      <dgm:spPr/>
    </dgm:pt>
    <dgm:pt modelId="{ECE877B2-232F-7F4F-8034-AD209BA35DCA}" type="pres">
      <dgm:prSet presAssocID="{851D751E-B7DD-9748-9D93-1781ECA359E8}" presName="horFlow" presStyleCnt="0"/>
      <dgm:spPr/>
    </dgm:pt>
    <dgm:pt modelId="{D1C710EA-98B8-F644-848F-58CDDA0ACE97}" type="pres">
      <dgm:prSet presAssocID="{851D751E-B7DD-9748-9D93-1781ECA359E8}" presName="bigChev" presStyleLbl="node1" presStyleIdx="2" presStyleCnt="4"/>
      <dgm:spPr/>
    </dgm:pt>
    <dgm:pt modelId="{0C05D2B2-9D9F-EC48-AACB-A472891CAADB}" type="pres">
      <dgm:prSet presAssocID="{D1439C1A-C6A0-5548-BA7E-220E350FD716}" presName="parTrans" presStyleCnt="0"/>
      <dgm:spPr/>
    </dgm:pt>
    <dgm:pt modelId="{4F177A34-D891-7548-AF94-95458EC5A548}" type="pres">
      <dgm:prSet presAssocID="{91C7303A-5F82-7646-B95A-AFCECA5261F8}" presName="node" presStyleLbl="alignAccFollowNode1" presStyleIdx="6" presStyleCnt="11">
        <dgm:presLayoutVars>
          <dgm:bulletEnabled val="1"/>
        </dgm:presLayoutVars>
      </dgm:prSet>
      <dgm:spPr/>
    </dgm:pt>
    <dgm:pt modelId="{0C8ADD85-9CDC-E945-A27C-14AC1C47DA4E}" type="pres">
      <dgm:prSet presAssocID="{2E18DA78-837D-E540-9682-83235505B57B}" presName="sibTrans" presStyleCnt="0"/>
      <dgm:spPr/>
    </dgm:pt>
    <dgm:pt modelId="{A5DF0639-9354-FC4D-B5D7-4822E7CAA84F}" type="pres">
      <dgm:prSet presAssocID="{79E497FB-CC26-D049-B397-08D0C257A5AE}" presName="node" presStyleLbl="alignAccFollowNode1" presStyleIdx="7" presStyleCnt="11">
        <dgm:presLayoutVars>
          <dgm:bulletEnabled val="1"/>
        </dgm:presLayoutVars>
      </dgm:prSet>
      <dgm:spPr/>
    </dgm:pt>
    <dgm:pt modelId="{0D260F40-4077-C141-8613-95B5099A2761}" type="pres">
      <dgm:prSet presAssocID="{851D751E-B7DD-9748-9D93-1781ECA359E8}" presName="vSp" presStyleCnt="0"/>
      <dgm:spPr/>
    </dgm:pt>
    <dgm:pt modelId="{C2220549-126C-8549-8459-392CAAAF1BEF}" type="pres">
      <dgm:prSet presAssocID="{D96B23FA-3AD1-1149-9BB2-AA5B29F0B57A}" presName="horFlow" presStyleCnt="0"/>
      <dgm:spPr/>
    </dgm:pt>
    <dgm:pt modelId="{2C53F733-30BA-C641-B578-D9B1D54F1C54}" type="pres">
      <dgm:prSet presAssocID="{D96B23FA-3AD1-1149-9BB2-AA5B29F0B57A}" presName="bigChev" presStyleLbl="node1" presStyleIdx="3" presStyleCnt="4"/>
      <dgm:spPr/>
    </dgm:pt>
    <dgm:pt modelId="{9F1D1D62-0D7E-2644-BF9E-663A3A5B5A13}" type="pres">
      <dgm:prSet presAssocID="{22EEA4F3-8942-1742-8138-527242C4979A}" presName="parTrans" presStyleCnt="0"/>
      <dgm:spPr/>
    </dgm:pt>
    <dgm:pt modelId="{238AB2C3-A92A-0644-87FD-1E3B859048BC}" type="pres">
      <dgm:prSet presAssocID="{21193A32-96E3-4943-AA19-986FF9226D21}" presName="node" presStyleLbl="alignAccFollowNode1" presStyleIdx="8" presStyleCnt="11">
        <dgm:presLayoutVars>
          <dgm:bulletEnabled val="1"/>
        </dgm:presLayoutVars>
      </dgm:prSet>
      <dgm:spPr/>
    </dgm:pt>
    <dgm:pt modelId="{96FC7229-849D-224C-A51F-054341965544}" type="pres">
      <dgm:prSet presAssocID="{540DA062-5DBB-0444-A079-B9BA6F37E4D9}" presName="sibTrans" presStyleCnt="0"/>
      <dgm:spPr/>
    </dgm:pt>
    <dgm:pt modelId="{DD8EB356-EDA0-8F4B-8667-DF95D1E0E46C}" type="pres">
      <dgm:prSet presAssocID="{D932B291-B991-D842-BA78-9EF520B9FC46}" presName="node" presStyleLbl="alignAccFollowNode1" presStyleIdx="9" presStyleCnt="11">
        <dgm:presLayoutVars>
          <dgm:bulletEnabled val="1"/>
        </dgm:presLayoutVars>
      </dgm:prSet>
      <dgm:spPr/>
    </dgm:pt>
    <dgm:pt modelId="{819E668C-867F-1149-B257-688850EE3B56}" type="pres">
      <dgm:prSet presAssocID="{5EC5F5E4-DE41-6646-A736-D174ED3CE1C2}" presName="sibTrans" presStyleCnt="0"/>
      <dgm:spPr/>
    </dgm:pt>
    <dgm:pt modelId="{0D10A498-F26E-784F-BCDF-DE1E9A194738}" type="pres">
      <dgm:prSet presAssocID="{C2BBF70C-6902-7F4A-86D9-621E6E2F5A5E}" presName="node" presStyleLbl="alignAccFollowNode1" presStyleIdx="10" presStyleCnt="11">
        <dgm:presLayoutVars>
          <dgm:bulletEnabled val="1"/>
        </dgm:presLayoutVars>
      </dgm:prSet>
      <dgm:spPr/>
    </dgm:pt>
  </dgm:ptLst>
  <dgm:cxnLst>
    <dgm:cxn modelId="{92D65E03-8784-3848-B4B9-E8830F26A0B9}" srcId="{5D0CC7BB-FE87-9141-B5CC-4E040F7113A9}" destId="{851D751E-B7DD-9748-9D93-1781ECA359E8}" srcOrd="2" destOrd="0" parTransId="{F6914AC0-BB7D-344A-A16C-AC0F0029AFBA}" sibTransId="{D1AAB9FD-1F0A-9442-8482-FA49723CB25A}"/>
    <dgm:cxn modelId="{DD52E606-923E-5549-90A4-C0E82A0332D2}" type="presOf" srcId="{5D0CC7BB-FE87-9141-B5CC-4E040F7113A9}" destId="{73D23000-E4FD-9F43-910E-14CE9EB7A8AD}" srcOrd="0" destOrd="0" presId="urn:microsoft.com/office/officeart/2005/8/layout/lProcess3"/>
    <dgm:cxn modelId="{F0F08F07-E1D9-0A4C-A3BF-C4F447BCBDA6}" type="presOf" srcId="{CC61663B-7C09-6441-BE6C-9951C7D6AEC2}" destId="{51E9B481-DC71-0944-916A-0DB8FD6097D5}" srcOrd="0" destOrd="0" presId="urn:microsoft.com/office/officeart/2005/8/layout/lProcess3"/>
    <dgm:cxn modelId="{D4578F10-BAC7-6E44-AFD9-B44277D4CDC4}" type="presOf" srcId="{D96B23FA-3AD1-1149-9BB2-AA5B29F0B57A}" destId="{2C53F733-30BA-C641-B578-D9B1D54F1C54}" srcOrd="0" destOrd="0" presId="urn:microsoft.com/office/officeart/2005/8/layout/lProcess3"/>
    <dgm:cxn modelId="{3004071C-E1C1-2241-B817-E1AC582CC0D5}" srcId="{1AA175D0-E93B-AE4E-8C2E-F02B8035A3C3}" destId="{F7D5CD8B-00DC-884A-BD2F-ABC8AF42EA62}" srcOrd="2" destOrd="0" parTransId="{BCBB128D-FA76-0F4E-8869-FC7F056890DB}" sibTransId="{8B4BF5AA-DBE8-1D4E-BEFC-E90071E7410E}"/>
    <dgm:cxn modelId="{B1E2D12F-FD94-CB48-8787-2636D726404C}" type="presOf" srcId="{B495B33D-5CD8-424C-AB9B-1829ED2B7604}" destId="{3B3AD252-7C54-B64C-8D55-E2E7ED31E441}" srcOrd="0" destOrd="0" presId="urn:microsoft.com/office/officeart/2005/8/layout/lProcess3"/>
    <dgm:cxn modelId="{1B55BC38-0807-E441-80F9-3B07F115CF66}" srcId="{851D751E-B7DD-9748-9D93-1781ECA359E8}" destId="{91C7303A-5F82-7646-B95A-AFCECA5261F8}" srcOrd="0" destOrd="0" parTransId="{D1439C1A-C6A0-5548-BA7E-220E350FD716}" sibTransId="{2E18DA78-837D-E540-9682-83235505B57B}"/>
    <dgm:cxn modelId="{AF46983F-201D-764C-A8B3-01A978F7059A}" type="presOf" srcId="{6CCC15E2-B73C-014A-9219-0D7D0CCAC54D}" destId="{FE609B32-6639-5E44-AB0B-D419D47D7510}" srcOrd="0" destOrd="0" presId="urn:microsoft.com/office/officeart/2005/8/layout/lProcess3"/>
    <dgm:cxn modelId="{B45E4040-3E40-604C-BEAD-3B5016AA3B81}" srcId="{6621EE77-5DA8-114F-AB2F-3B39530908C0}" destId="{BA0E7E1A-B225-B147-8B97-ABE7DE78A043}" srcOrd="0" destOrd="0" parTransId="{FE10FD45-372A-CF46-BE5F-A044D7CB555A}" sibTransId="{7C4A017A-D279-5A4C-A8A4-414F56C9B05E}"/>
    <dgm:cxn modelId="{40544652-86AA-4F4A-A3F4-536BB2FE6BB4}" type="presOf" srcId="{F7D5CD8B-00DC-884A-BD2F-ABC8AF42EA62}" destId="{5E00FFF8-667D-294B-B38C-C263B30F9315}" srcOrd="0" destOrd="0" presId="urn:microsoft.com/office/officeart/2005/8/layout/lProcess3"/>
    <dgm:cxn modelId="{819E6055-3598-784F-BB79-C14A3C93747B}" type="presOf" srcId="{79E497FB-CC26-D049-B397-08D0C257A5AE}" destId="{A5DF0639-9354-FC4D-B5D7-4822E7CAA84F}" srcOrd="0" destOrd="0" presId="urn:microsoft.com/office/officeart/2005/8/layout/lProcess3"/>
    <dgm:cxn modelId="{31B97760-0D5A-A24F-9EDC-AEE09A1F73C2}" type="presOf" srcId="{C2BBF70C-6902-7F4A-86D9-621E6E2F5A5E}" destId="{0D10A498-F26E-784F-BCDF-DE1E9A194738}" srcOrd="0" destOrd="0" presId="urn:microsoft.com/office/officeart/2005/8/layout/lProcess3"/>
    <dgm:cxn modelId="{78BDA070-79D5-944E-9F95-5A21C04A6F64}" srcId="{6621EE77-5DA8-114F-AB2F-3B39530908C0}" destId="{00D75140-8E3D-7B41-895B-995CEFA50BE4}" srcOrd="2" destOrd="0" parTransId="{9F754B52-1608-D642-9ACC-DA168E995F72}" sibTransId="{B75CBC1F-C8ED-CF48-A9C5-2BF0E883FC6B}"/>
    <dgm:cxn modelId="{9375D776-6723-E841-8A01-A977C78FCD06}" srcId="{1AA175D0-E93B-AE4E-8C2E-F02B8035A3C3}" destId="{6CCC15E2-B73C-014A-9219-0D7D0CCAC54D}" srcOrd="0" destOrd="0" parTransId="{850B2DCC-CD03-0A45-B57E-D3C23370AC89}" sibTransId="{9D7D6402-4E88-124C-A3CA-022628775957}"/>
    <dgm:cxn modelId="{3F0ECC78-A61E-6641-9F5B-0045FABCC9B6}" type="presOf" srcId="{21193A32-96E3-4943-AA19-986FF9226D21}" destId="{238AB2C3-A92A-0644-87FD-1E3B859048BC}" srcOrd="0" destOrd="0" presId="urn:microsoft.com/office/officeart/2005/8/layout/lProcess3"/>
    <dgm:cxn modelId="{534EC083-E5D0-764B-8AA9-756470E43D52}" srcId="{5D0CC7BB-FE87-9141-B5CC-4E040F7113A9}" destId="{D96B23FA-3AD1-1149-9BB2-AA5B29F0B57A}" srcOrd="3" destOrd="0" parTransId="{D1B935FB-624A-F34B-9A96-A8A11717BFF9}" sibTransId="{0DABE274-2F2C-9442-BE6C-52CAD99494C1}"/>
    <dgm:cxn modelId="{4FD14B85-EB86-0840-827E-00F54D29E47F}" srcId="{D96B23FA-3AD1-1149-9BB2-AA5B29F0B57A}" destId="{21193A32-96E3-4943-AA19-986FF9226D21}" srcOrd="0" destOrd="0" parTransId="{22EEA4F3-8942-1742-8138-527242C4979A}" sibTransId="{540DA062-5DBB-0444-A079-B9BA6F37E4D9}"/>
    <dgm:cxn modelId="{05085385-95B1-C74A-BC9C-59DE3C9E886A}" srcId="{D96B23FA-3AD1-1149-9BB2-AA5B29F0B57A}" destId="{C2BBF70C-6902-7F4A-86D9-621E6E2F5A5E}" srcOrd="2" destOrd="0" parTransId="{1B0D52A1-0C68-5343-988A-FE0BDE4A0793}" sibTransId="{6A2A6E58-AA17-4741-8575-5031619E8E8B}"/>
    <dgm:cxn modelId="{F259EE8D-F82D-3142-8D2A-77C028E23D54}" type="presOf" srcId="{1AA175D0-E93B-AE4E-8C2E-F02B8035A3C3}" destId="{C20BA910-EC9C-9244-BCB9-D70626B3CD7A}" srcOrd="0" destOrd="0" presId="urn:microsoft.com/office/officeart/2005/8/layout/lProcess3"/>
    <dgm:cxn modelId="{914FF99E-E235-DF4B-B88A-CE5114A56650}" srcId="{5D0CC7BB-FE87-9141-B5CC-4E040F7113A9}" destId="{6621EE77-5DA8-114F-AB2F-3B39530908C0}" srcOrd="0" destOrd="0" parTransId="{E66956CB-7F16-AC4F-BCE9-601150719DF0}" sibTransId="{4608D4EB-8EBB-B345-A3E6-EE80674AFAFE}"/>
    <dgm:cxn modelId="{4A9035AB-4BCC-374F-B57F-35C63FE64D36}" type="presOf" srcId="{D932B291-B991-D842-BA78-9EF520B9FC46}" destId="{DD8EB356-EDA0-8F4B-8667-DF95D1E0E46C}" srcOrd="0" destOrd="0" presId="urn:microsoft.com/office/officeart/2005/8/layout/lProcess3"/>
    <dgm:cxn modelId="{34B73FB4-CA21-2F49-86BE-7D3716D08FD2}" srcId="{851D751E-B7DD-9748-9D93-1781ECA359E8}" destId="{79E497FB-CC26-D049-B397-08D0C257A5AE}" srcOrd="1" destOrd="0" parTransId="{971AA3ED-740A-B44B-9ADC-51F00672353C}" sibTransId="{42E48A02-6182-9D47-809B-C13DC66494B9}"/>
    <dgm:cxn modelId="{FAFBF2B5-5D98-C44D-90C7-A0C5DF32FE1C}" type="presOf" srcId="{851D751E-B7DD-9748-9D93-1781ECA359E8}" destId="{D1C710EA-98B8-F644-848F-58CDDA0ACE97}" srcOrd="0" destOrd="0" presId="urn:microsoft.com/office/officeart/2005/8/layout/lProcess3"/>
    <dgm:cxn modelId="{9DD4FFC0-6047-D34E-8EDA-4BE29F53E66A}" srcId="{5D0CC7BB-FE87-9141-B5CC-4E040F7113A9}" destId="{1AA175D0-E93B-AE4E-8C2E-F02B8035A3C3}" srcOrd="1" destOrd="0" parTransId="{93BD9126-E377-C94A-82F3-3301D50BA950}" sibTransId="{340EBF17-22D3-274D-BA2A-F91EA0D3B1A6}"/>
    <dgm:cxn modelId="{E7E524D5-785D-994B-AE0C-38EBB2258FB7}" type="presOf" srcId="{00D75140-8E3D-7B41-895B-995CEFA50BE4}" destId="{0A9EDAC0-172E-5949-ACB0-71BCB0562225}" srcOrd="0" destOrd="0" presId="urn:microsoft.com/office/officeart/2005/8/layout/lProcess3"/>
    <dgm:cxn modelId="{55635AD8-D136-B54E-B33A-A8E177DD1F03}" srcId="{1AA175D0-E93B-AE4E-8C2E-F02B8035A3C3}" destId="{CC61663B-7C09-6441-BE6C-9951C7D6AEC2}" srcOrd="1" destOrd="0" parTransId="{2E64B50E-3F95-0147-9E04-891327AD52A3}" sibTransId="{DDBAB563-F102-6344-A934-2B1174C147C3}"/>
    <dgm:cxn modelId="{AD9580E2-F26E-3E40-B578-C6974D923CAE}" srcId="{6621EE77-5DA8-114F-AB2F-3B39530908C0}" destId="{B495B33D-5CD8-424C-AB9B-1829ED2B7604}" srcOrd="1" destOrd="0" parTransId="{04A995CE-79CA-3E48-ACC1-F8B4A696BACD}" sibTransId="{AF8F6F5F-30FE-044D-AB66-7D67034C81D8}"/>
    <dgm:cxn modelId="{C12145EB-91D6-5E44-8A4C-98CD5C86D063}" type="presOf" srcId="{91C7303A-5F82-7646-B95A-AFCECA5261F8}" destId="{4F177A34-D891-7548-AF94-95458EC5A548}" srcOrd="0" destOrd="0" presId="urn:microsoft.com/office/officeart/2005/8/layout/lProcess3"/>
    <dgm:cxn modelId="{BECC1BED-6B9E-E64D-9281-3E5DDFE98EA5}" srcId="{D96B23FA-3AD1-1149-9BB2-AA5B29F0B57A}" destId="{D932B291-B991-D842-BA78-9EF520B9FC46}" srcOrd="1" destOrd="0" parTransId="{5616ADED-DDEE-5E47-81CC-C3679E3F46F3}" sibTransId="{5EC5F5E4-DE41-6646-A736-D174ED3CE1C2}"/>
    <dgm:cxn modelId="{58FF0AEF-DBC2-164A-8FEA-CA8360F9DFA3}" type="presOf" srcId="{BA0E7E1A-B225-B147-8B97-ABE7DE78A043}" destId="{94F5B3DA-FE43-8D41-96F5-1E7F30B059CE}" srcOrd="0" destOrd="0" presId="urn:microsoft.com/office/officeart/2005/8/layout/lProcess3"/>
    <dgm:cxn modelId="{E7F9AFF2-46B6-2549-B97B-983E8B1D05A7}" type="presOf" srcId="{6621EE77-5DA8-114F-AB2F-3B39530908C0}" destId="{CE8FD776-B46B-E944-8E39-EE82252DBDA0}" srcOrd="0" destOrd="0" presId="urn:microsoft.com/office/officeart/2005/8/layout/lProcess3"/>
    <dgm:cxn modelId="{92897DC1-3D6C-E244-ADBA-7618DB188761}" type="presParOf" srcId="{73D23000-E4FD-9F43-910E-14CE9EB7A8AD}" destId="{FAACBF14-3FF9-6C47-9EFF-C80D70D25E14}" srcOrd="0" destOrd="0" presId="urn:microsoft.com/office/officeart/2005/8/layout/lProcess3"/>
    <dgm:cxn modelId="{D1F59740-FBBB-8948-BA73-264EBAFF8B53}" type="presParOf" srcId="{FAACBF14-3FF9-6C47-9EFF-C80D70D25E14}" destId="{CE8FD776-B46B-E944-8E39-EE82252DBDA0}" srcOrd="0" destOrd="0" presId="urn:microsoft.com/office/officeart/2005/8/layout/lProcess3"/>
    <dgm:cxn modelId="{80E13D2B-B53B-C44C-80A3-F47F0707BCA3}" type="presParOf" srcId="{FAACBF14-3FF9-6C47-9EFF-C80D70D25E14}" destId="{069AE22D-C863-6842-A6A5-79F30B0184B7}" srcOrd="1" destOrd="0" presId="urn:microsoft.com/office/officeart/2005/8/layout/lProcess3"/>
    <dgm:cxn modelId="{4D92F35D-4D29-EC4D-B7EF-FE651D228D50}" type="presParOf" srcId="{FAACBF14-3FF9-6C47-9EFF-C80D70D25E14}" destId="{94F5B3DA-FE43-8D41-96F5-1E7F30B059CE}" srcOrd="2" destOrd="0" presId="urn:microsoft.com/office/officeart/2005/8/layout/lProcess3"/>
    <dgm:cxn modelId="{EC8A4AC6-A1F7-ED45-A64C-D301BE2374A6}" type="presParOf" srcId="{FAACBF14-3FF9-6C47-9EFF-C80D70D25E14}" destId="{FD0F772D-0A91-5A42-8D05-C817D48A3DCD}" srcOrd="3" destOrd="0" presId="urn:microsoft.com/office/officeart/2005/8/layout/lProcess3"/>
    <dgm:cxn modelId="{72943676-1FDB-7143-8E2E-3DF06606A426}" type="presParOf" srcId="{FAACBF14-3FF9-6C47-9EFF-C80D70D25E14}" destId="{3B3AD252-7C54-B64C-8D55-E2E7ED31E441}" srcOrd="4" destOrd="0" presId="urn:microsoft.com/office/officeart/2005/8/layout/lProcess3"/>
    <dgm:cxn modelId="{645C70F9-EB98-A740-AF27-914DEEA553F7}" type="presParOf" srcId="{FAACBF14-3FF9-6C47-9EFF-C80D70D25E14}" destId="{D2BF3B1C-F0BB-F04E-94D6-E55045D90608}" srcOrd="5" destOrd="0" presId="urn:microsoft.com/office/officeart/2005/8/layout/lProcess3"/>
    <dgm:cxn modelId="{19414C45-DD90-CC40-8531-A76D7C3A0239}" type="presParOf" srcId="{FAACBF14-3FF9-6C47-9EFF-C80D70D25E14}" destId="{0A9EDAC0-172E-5949-ACB0-71BCB0562225}" srcOrd="6" destOrd="0" presId="urn:microsoft.com/office/officeart/2005/8/layout/lProcess3"/>
    <dgm:cxn modelId="{86CA2430-3C2D-4143-A95A-9843236A30E6}" type="presParOf" srcId="{73D23000-E4FD-9F43-910E-14CE9EB7A8AD}" destId="{8355FCA0-34EC-1F47-9217-6CCD1C0867E1}" srcOrd="1" destOrd="0" presId="urn:microsoft.com/office/officeart/2005/8/layout/lProcess3"/>
    <dgm:cxn modelId="{F7BDE35F-FE57-6C4D-8590-693CC2496996}" type="presParOf" srcId="{73D23000-E4FD-9F43-910E-14CE9EB7A8AD}" destId="{C6AE508D-64DB-EE4A-9544-74F8FBA16B0D}" srcOrd="2" destOrd="0" presId="urn:microsoft.com/office/officeart/2005/8/layout/lProcess3"/>
    <dgm:cxn modelId="{9F3E9059-746E-8942-98EF-C2282572BB41}" type="presParOf" srcId="{C6AE508D-64DB-EE4A-9544-74F8FBA16B0D}" destId="{C20BA910-EC9C-9244-BCB9-D70626B3CD7A}" srcOrd="0" destOrd="0" presId="urn:microsoft.com/office/officeart/2005/8/layout/lProcess3"/>
    <dgm:cxn modelId="{86416FDC-AB56-BF44-9D2B-A73912641556}" type="presParOf" srcId="{C6AE508D-64DB-EE4A-9544-74F8FBA16B0D}" destId="{A422EF30-2984-564C-A238-51CB839A5C04}" srcOrd="1" destOrd="0" presId="urn:microsoft.com/office/officeart/2005/8/layout/lProcess3"/>
    <dgm:cxn modelId="{C1C5D974-C97D-F04B-9701-5B7456443AF0}" type="presParOf" srcId="{C6AE508D-64DB-EE4A-9544-74F8FBA16B0D}" destId="{FE609B32-6639-5E44-AB0B-D419D47D7510}" srcOrd="2" destOrd="0" presId="urn:microsoft.com/office/officeart/2005/8/layout/lProcess3"/>
    <dgm:cxn modelId="{81FFD500-FCBF-E540-9292-D5A6A245AB4D}" type="presParOf" srcId="{C6AE508D-64DB-EE4A-9544-74F8FBA16B0D}" destId="{5DB012F5-0318-344E-B08A-94B0051B6113}" srcOrd="3" destOrd="0" presId="urn:microsoft.com/office/officeart/2005/8/layout/lProcess3"/>
    <dgm:cxn modelId="{6DE8EBFA-8EE2-F744-9F3C-90E7869673D0}" type="presParOf" srcId="{C6AE508D-64DB-EE4A-9544-74F8FBA16B0D}" destId="{51E9B481-DC71-0944-916A-0DB8FD6097D5}" srcOrd="4" destOrd="0" presId="urn:microsoft.com/office/officeart/2005/8/layout/lProcess3"/>
    <dgm:cxn modelId="{2FAD41D8-5D98-BE4D-ADF8-F10D9490C38F}" type="presParOf" srcId="{C6AE508D-64DB-EE4A-9544-74F8FBA16B0D}" destId="{EF692A12-6A24-664C-9BD1-4C4C9B1ECEE9}" srcOrd="5" destOrd="0" presId="urn:microsoft.com/office/officeart/2005/8/layout/lProcess3"/>
    <dgm:cxn modelId="{CB0D9894-3921-3B43-A2DA-9F177D24B662}" type="presParOf" srcId="{C6AE508D-64DB-EE4A-9544-74F8FBA16B0D}" destId="{5E00FFF8-667D-294B-B38C-C263B30F9315}" srcOrd="6" destOrd="0" presId="urn:microsoft.com/office/officeart/2005/8/layout/lProcess3"/>
    <dgm:cxn modelId="{E58EEAB6-3E76-DB45-B95D-AAA73EAE4EF8}" type="presParOf" srcId="{73D23000-E4FD-9F43-910E-14CE9EB7A8AD}" destId="{C66F04D3-1369-D346-8177-B7244EB97093}" srcOrd="3" destOrd="0" presId="urn:microsoft.com/office/officeart/2005/8/layout/lProcess3"/>
    <dgm:cxn modelId="{5BF9C810-77CA-0843-919A-54A15C394D26}" type="presParOf" srcId="{73D23000-E4FD-9F43-910E-14CE9EB7A8AD}" destId="{ECE877B2-232F-7F4F-8034-AD209BA35DCA}" srcOrd="4" destOrd="0" presId="urn:microsoft.com/office/officeart/2005/8/layout/lProcess3"/>
    <dgm:cxn modelId="{5749BC71-ABEC-AC42-BB5F-FF22D238BBF0}" type="presParOf" srcId="{ECE877B2-232F-7F4F-8034-AD209BA35DCA}" destId="{D1C710EA-98B8-F644-848F-58CDDA0ACE97}" srcOrd="0" destOrd="0" presId="urn:microsoft.com/office/officeart/2005/8/layout/lProcess3"/>
    <dgm:cxn modelId="{0401891C-16BA-A64A-86C4-2C1251115A01}" type="presParOf" srcId="{ECE877B2-232F-7F4F-8034-AD209BA35DCA}" destId="{0C05D2B2-9D9F-EC48-AACB-A472891CAADB}" srcOrd="1" destOrd="0" presId="urn:microsoft.com/office/officeart/2005/8/layout/lProcess3"/>
    <dgm:cxn modelId="{D8A22789-842D-F645-BA8D-182D7DA746C2}" type="presParOf" srcId="{ECE877B2-232F-7F4F-8034-AD209BA35DCA}" destId="{4F177A34-D891-7548-AF94-95458EC5A548}" srcOrd="2" destOrd="0" presId="urn:microsoft.com/office/officeart/2005/8/layout/lProcess3"/>
    <dgm:cxn modelId="{1B8A676C-88D0-DE42-AA14-FF9404656280}" type="presParOf" srcId="{ECE877B2-232F-7F4F-8034-AD209BA35DCA}" destId="{0C8ADD85-9CDC-E945-A27C-14AC1C47DA4E}" srcOrd="3" destOrd="0" presId="urn:microsoft.com/office/officeart/2005/8/layout/lProcess3"/>
    <dgm:cxn modelId="{473598E5-14DB-E14F-AC2F-FB16C32A9055}" type="presParOf" srcId="{ECE877B2-232F-7F4F-8034-AD209BA35DCA}" destId="{A5DF0639-9354-FC4D-B5D7-4822E7CAA84F}" srcOrd="4" destOrd="0" presId="urn:microsoft.com/office/officeart/2005/8/layout/lProcess3"/>
    <dgm:cxn modelId="{10022658-7E43-174B-8BC4-8016F7AEF35F}" type="presParOf" srcId="{73D23000-E4FD-9F43-910E-14CE9EB7A8AD}" destId="{0D260F40-4077-C141-8613-95B5099A2761}" srcOrd="5" destOrd="0" presId="urn:microsoft.com/office/officeart/2005/8/layout/lProcess3"/>
    <dgm:cxn modelId="{9B1B5CE4-8DB1-1146-A829-200086E5DA7A}" type="presParOf" srcId="{73D23000-E4FD-9F43-910E-14CE9EB7A8AD}" destId="{C2220549-126C-8549-8459-392CAAAF1BEF}" srcOrd="6" destOrd="0" presId="urn:microsoft.com/office/officeart/2005/8/layout/lProcess3"/>
    <dgm:cxn modelId="{2E90F244-00C5-DE48-9EE7-0BECC59182D9}" type="presParOf" srcId="{C2220549-126C-8549-8459-392CAAAF1BEF}" destId="{2C53F733-30BA-C641-B578-D9B1D54F1C54}" srcOrd="0" destOrd="0" presId="urn:microsoft.com/office/officeart/2005/8/layout/lProcess3"/>
    <dgm:cxn modelId="{612D7960-012D-234A-A050-ABA227199960}" type="presParOf" srcId="{C2220549-126C-8549-8459-392CAAAF1BEF}" destId="{9F1D1D62-0D7E-2644-BF9E-663A3A5B5A13}" srcOrd="1" destOrd="0" presId="urn:microsoft.com/office/officeart/2005/8/layout/lProcess3"/>
    <dgm:cxn modelId="{DBC4729B-8C00-0949-A63B-A54E3AD3718B}" type="presParOf" srcId="{C2220549-126C-8549-8459-392CAAAF1BEF}" destId="{238AB2C3-A92A-0644-87FD-1E3B859048BC}" srcOrd="2" destOrd="0" presId="urn:microsoft.com/office/officeart/2005/8/layout/lProcess3"/>
    <dgm:cxn modelId="{CEFCFC11-1784-FB48-AD5E-86D88A6DF4EE}" type="presParOf" srcId="{C2220549-126C-8549-8459-392CAAAF1BEF}" destId="{96FC7229-849D-224C-A51F-054341965544}" srcOrd="3" destOrd="0" presId="urn:microsoft.com/office/officeart/2005/8/layout/lProcess3"/>
    <dgm:cxn modelId="{4D7476CE-7A9B-4C47-A415-9B015349323A}" type="presParOf" srcId="{C2220549-126C-8549-8459-392CAAAF1BEF}" destId="{DD8EB356-EDA0-8F4B-8667-DF95D1E0E46C}" srcOrd="4" destOrd="0" presId="urn:microsoft.com/office/officeart/2005/8/layout/lProcess3"/>
    <dgm:cxn modelId="{B5B84E38-0915-5849-80BC-B9B2BC9FA0D0}" type="presParOf" srcId="{C2220549-126C-8549-8459-392CAAAF1BEF}" destId="{819E668C-867F-1149-B257-688850EE3B56}" srcOrd="5" destOrd="0" presId="urn:microsoft.com/office/officeart/2005/8/layout/lProcess3"/>
    <dgm:cxn modelId="{E89BC95B-7573-4A4E-ADA4-B7FE9BB4894F}" type="presParOf" srcId="{C2220549-126C-8549-8459-392CAAAF1BEF}" destId="{0D10A498-F26E-784F-BCDF-DE1E9A194738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FD776-B46B-E944-8E39-EE82252DBDA0}">
      <dsp:nvSpPr>
        <dsp:cNvPr id="0" name=""/>
        <dsp:cNvSpPr/>
      </dsp:nvSpPr>
      <dsp:spPr>
        <a:xfrm>
          <a:off x="5059" y="414856"/>
          <a:ext cx="2595562" cy="10382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Idempotency Cache</a:t>
          </a:r>
        </a:p>
      </dsp:txBody>
      <dsp:txXfrm>
        <a:off x="524172" y="414856"/>
        <a:ext cx="1557337" cy="1038225"/>
      </dsp:txXfrm>
    </dsp:sp>
    <dsp:sp modelId="{94F5B3DA-FE43-8D41-96F5-1E7F30B059CE}">
      <dsp:nvSpPr>
        <dsp:cNvPr id="0" name=""/>
        <dsp:cNvSpPr/>
      </dsp:nvSpPr>
      <dsp:spPr>
        <a:xfrm>
          <a:off x="2263198" y="503105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Large tool call results</a:t>
          </a:r>
        </a:p>
      </dsp:txBody>
      <dsp:txXfrm>
        <a:off x="2694061" y="503105"/>
        <a:ext cx="1292590" cy="861726"/>
      </dsp:txXfrm>
    </dsp:sp>
    <dsp:sp modelId="{3B3AD252-7C54-B64C-8D55-E2E7ED31E441}">
      <dsp:nvSpPr>
        <dsp:cNvPr id="0" name=""/>
        <dsp:cNvSpPr/>
      </dsp:nvSpPr>
      <dsp:spPr>
        <a:xfrm>
          <a:off x="4115911" y="503105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KVP index in context</a:t>
          </a:r>
        </a:p>
      </dsp:txBody>
      <dsp:txXfrm>
        <a:off x="4546774" y="503105"/>
        <a:ext cx="1292590" cy="861726"/>
      </dsp:txXfrm>
    </dsp:sp>
    <dsp:sp modelId="{0A9EDAC0-172E-5949-ACB0-71BCB0562225}">
      <dsp:nvSpPr>
        <dsp:cNvPr id="0" name=""/>
        <dsp:cNvSpPr/>
      </dsp:nvSpPr>
      <dsp:spPr>
        <a:xfrm>
          <a:off x="5968623" y="503105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Automatic</a:t>
          </a:r>
        </a:p>
      </dsp:txBody>
      <dsp:txXfrm>
        <a:off x="6399486" y="503105"/>
        <a:ext cx="1292590" cy="861726"/>
      </dsp:txXfrm>
    </dsp:sp>
    <dsp:sp modelId="{C20BA910-EC9C-9244-BCB9-D70626B3CD7A}">
      <dsp:nvSpPr>
        <dsp:cNvPr id="0" name=""/>
        <dsp:cNvSpPr/>
      </dsp:nvSpPr>
      <dsp:spPr>
        <a:xfrm>
          <a:off x="5059" y="1598432"/>
          <a:ext cx="2595562" cy="10382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Out-of-Context Memory</a:t>
          </a:r>
        </a:p>
      </dsp:txBody>
      <dsp:txXfrm>
        <a:off x="524172" y="1598432"/>
        <a:ext cx="1557337" cy="1038225"/>
      </dsp:txXfrm>
    </dsp:sp>
    <dsp:sp modelId="{FE609B32-6639-5E44-AB0B-D419D47D7510}">
      <dsp:nvSpPr>
        <dsp:cNvPr id="0" name=""/>
        <dsp:cNvSpPr/>
      </dsp:nvSpPr>
      <dsp:spPr>
        <a:xfrm>
          <a:off x="2263198" y="1686681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KVP index in context</a:t>
          </a:r>
        </a:p>
      </dsp:txBody>
      <dsp:txXfrm>
        <a:off x="2694061" y="1686681"/>
        <a:ext cx="1292590" cy="861726"/>
      </dsp:txXfrm>
    </dsp:sp>
    <dsp:sp modelId="{51E9B481-DC71-0944-916A-0DB8FD6097D5}">
      <dsp:nvSpPr>
        <dsp:cNvPr id="0" name=""/>
        <dsp:cNvSpPr/>
      </dsp:nvSpPr>
      <dsp:spPr>
        <a:xfrm>
          <a:off x="4115911" y="1686681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Tools for agent to manipulate</a:t>
          </a:r>
        </a:p>
      </dsp:txBody>
      <dsp:txXfrm>
        <a:off x="4546774" y="1686681"/>
        <a:ext cx="1292590" cy="861726"/>
      </dsp:txXfrm>
    </dsp:sp>
    <dsp:sp modelId="{5E00FFF8-667D-294B-B38C-C263B30F9315}">
      <dsp:nvSpPr>
        <dsp:cNvPr id="0" name=""/>
        <dsp:cNvSpPr/>
      </dsp:nvSpPr>
      <dsp:spPr>
        <a:xfrm>
          <a:off x="5968623" y="1686681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Actual info out of context</a:t>
          </a:r>
        </a:p>
      </dsp:txBody>
      <dsp:txXfrm>
        <a:off x="6399486" y="1686681"/>
        <a:ext cx="1292590" cy="861726"/>
      </dsp:txXfrm>
    </dsp:sp>
    <dsp:sp modelId="{D1C710EA-98B8-F644-848F-58CDDA0ACE97}">
      <dsp:nvSpPr>
        <dsp:cNvPr id="0" name=""/>
        <dsp:cNvSpPr/>
      </dsp:nvSpPr>
      <dsp:spPr>
        <a:xfrm>
          <a:off x="5059" y="2782009"/>
          <a:ext cx="2595562" cy="10382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In-context memory</a:t>
          </a:r>
        </a:p>
      </dsp:txBody>
      <dsp:txXfrm>
        <a:off x="524172" y="2782009"/>
        <a:ext cx="1557337" cy="1038225"/>
      </dsp:txXfrm>
    </dsp:sp>
    <dsp:sp modelId="{4F177A34-D891-7548-AF94-95458EC5A548}">
      <dsp:nvSpPr>
        <dsp:cNvPr id="0" name=""/>
        <dsp:cNvSpPr/>
      </dsp:nvSpPr>
      <dsp:spPr>
        <a:xfrm>
          <a:off x="2263198" y="2870258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KVP with actual info</a:t>
          </a:r>
        </a:p>
      </dsp:txBody>
      <dsp:txXfrm>
        <a:off x="2694061" y="2870258"/>
        <a:ext cx="1292590" cy="861726"/>
      </dsp:txXfrm>
    </dsp:sp>
    <dsp:sp modelId="{A5DF0639-9354-FC4D-B5D7-4822E7CAA84F}">
      <dsp:nvSpPr>
        <dsp:cNvPr id="0" name=""/>
        <dsp:cNvSpPr/>
      </dsp:nvSpPr>
      <dsp:spPr>
        <a:xfrm>
          <a:off x="4115911" y="2870258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Tools to manipulate</a:t>
          </a:r>
        </a:p>
      </dsp:txBody>
      <dsp:txXfrm>
        <a:off x="4546774" y="2870258"/>
        <a:ext cx="1292590" cy="861726"/>
      </dsp:txXfrm>
    </dsp:sp>
    <dsp:sp modelId="{2C53F733-30BA-C641-B578-D9B1D54F1C54}">
      <dsp:nvSpPr>
        <dsp:cNvPr id="0" name=""/>
        <dsp:cNvSpPr/>
      </dsp:nvSpPr>
      <dsp:spPr>
        <a:xfrm>
          <a:off x="5059" y="3965585"/>
          <a:ext cx="2595562" cy="10382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Persistent Instructions</a:t>
          </a:r>
        </a:p>
      </dsp:txBody>
      <dsp:txXfrm>
        <a:off x="524172" y="3965585"/>
        <a:ext cx="1557337" cy="1038225"/>
      </dsp:txXfrm>
    </dsp:sp>
    <dsp:sp modelId="{238AB2C3-A92A-0644-87FD-1E3B859048BC}">
      <dsp:nvSpPr>
        <dsp:cNvPr id="0" name=""/>
        <dsp:cNvSpPr/>
      </dsp:nvSpPr>
      <dsp:spPr>
        <a:xfrm>
          <a:off x="2263198" y="4053834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Stored between sessions</a:t>
          </a:r>
        </a:p>
      </dsp:txBody>
      <dsp:txXfrm>
        <a:off x="2694061" y="4053834"/>
        <a:ext cx="1292590" cy="861726"/>
      </dsp:txXfrm>
    </dsp:sp>
    <dsp:sp modelId="{DD8EB356-EDA0-8F4B-8667-DF95D1E0E46C}">
      <dsp:nvSpPr>
        <dsp:cNvPr id="0" name=""/>
        <dsp:cNvSpPr/>
      </dsp:nvSpPr>
      <dsp:spPr>
        <a:xfrm>
          <a:off x="4115911" y="4053834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Tools to manipulate</a:t>
          </a:r>
        </a:p>
      </dsp:txBody>
      <dsp:txXfrm>
        <a:off x="4546774" y="4053834"/>
        <a:ext cx="1292590" cy="861726"/>
      </dsp:txXfrm>
    </dsp:sp>
    <dsp:sp modelId="{0D10A498-F26E-784F-BCDF-DE1E9A194738}">
      <dsp:nvSpPr>
        <dsp:cNvPr id="0" name=""/>
        <dsp:cNvSpPr/>
      </dsp:nvSpPr>
      <dsp:spPr>
        <a:xfrm>
          <a:off x="5968623" y="4053834"/>
          <a:ext cx="2154316" cy="8617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Self learning!</a:t>
          </a:r>
        </a:p>
      </dsp:txBody>
      <dsp:txXfrm>
        <a:off x="6399486" y="4053834"/>
        <a:ext cx="1292590" cy="861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9ACB2-69EE-2347-87CD-6CCFD560387E}" type="datetimeFigureOut">
              <a:rPr lang="en-CH" smtClean="0"/>
              <a:t>1/26/26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16CED-1010-044C-BCED-FAFBFD7FCF9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629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B540-8EAD-06C9-FE78-63691B6F3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Oneringai</a:t>
            </a:r>
            <a:r>
              <a:rPr lang="en-US" dirty="0"/>
              <a:t> library 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DDA0F-8ACD-E2A1-88E5-19E56124D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 rule them all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0848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29"/>
    </mc:Choice>
    <mc:Fallback xmlns="">
      <p:transition spd="slow" advTm="128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270D-BB47-F89A-E5E2-23EB39F4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0"/>
            <a:ext cx="10131425" cy="1456267"/>
          </a:xfrm>
        </p:spPr>
        <p:txBody>
          <a:bodyPr/>
          <a:lstStyle/>
          <a:p>
            <a:r>
              <a:rPr lang="en-US" dirty="0"/>
              <a:t>Context management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EE49DC0-0F92-0A42-BB29-FEF7A0DBA6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252079"/>
              </p:ext>
            </p:extLst>
          </p:nvPr>
        </p:nvGraphicFramePr>
        <p:xfrm>
          <a:off x="508000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93BF3A-F016-A65E-1F19-27DBB2D40B81}"/>
              </a:ext>
            </a:extLst>
          </p:cNvPr>
          <p:cNvSpPr txBox="1"/>
          <p:nvPr/>
        </p:nvSpPr>
        <p:spPr>
          <a:xfrm>
            <a:off x="10079421" y="793002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 “boring” components: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1430C1-3A8E-5DD3-2227-F78006150433}"/>
              </a:ext>
            </a:extLst>
          </p:cNvPr>
          <p:cNvSpPr/>
          <p:nvPr/>
        </p:nvSpPr>
        <p:spPr>
          <a:xfrm>
            <a:off x="9637986" y="1797269"/>
            <a:ext cx="2238704" cy="1156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 history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D9067F-5615-CB6C-DA64-55A267E389C4}"/>
              </a:ext>
            </a:extLst>
          </p:cNvPr>
          <p:cNvSpPr/>
          <p:nvPr/>
        </p:nvSpPr>
        <p:spPr>
          <a:xfrm>
            <a:off x="9644993" y="3000995"/>
            <a:ext cx="2238704" cy="1156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Instructions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956D0-9FFB-0F9B-ECA4-DDDD36B313CB}"/>
              </a:ext>
            </a:extLst>
          </p:cNvPr>
          <p:cNvSpPr/>
          <p:nvPr/>
        </p:nvSpPr>
        <p:spPr>
          <a:xfrm>
            <a:off x="9637986" y="4204721"/>
            <a:ext cx="2238704" cy="1156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9C0F70-904C-F537-C658-6E044F4530F1}"/>
              </a:ext>
            </a:extLst>
          </p:cNvPr>
          <p:cNvSpPr/>
          <p:nvPr/>
        </p:nvSpPr>
        <p:spPr>
          <a:xfrm>
            <a:off x="9637986" y="5408447"/>
            <a:ext cx="2238704" cy="1156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 Descriptions</a:t>
            </a:r>
          </a:p>
        </p:txBody>
      </p:sp>
    </p:spTree>
    <p:extLst>
      <p:ext uri="{BB962C8B-B14F-4D97-AF65-F5344CB8AC3E}">
        <p14:creationId xmlns:p14="http://schemas.microsoft.com/office/powerpoint/2010/main" val="2068959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79200</TotalTime>
  <Words>69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Celestial</vt:lpstr>
      <vt:lpstr>Oneringai library </vt:lpstr>
      <vt:lpstr>Context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 to rule the world</dc:title>
  <dc:creator>Anton Antich</dc:creator>
  <cp:lastModifiedBy>Anton Antic</cp:lastModifiedBy>
  <cp:revision>15</cp:revision>
  <dcterms:created xsi:type="dcterms:W3CDTF">2023-12-04T17:06:15Z</dcterms:created>
  <dcterms:modified xsi:type="dcterms:W3CDTF">2026-02-01T21:04:12Z</dcterms:modified>
</cp:coreProperties>
</file>